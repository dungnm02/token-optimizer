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3c3837c5554d66" /><Relationship Type="http://schemas.openxmlformats.org/officeDocument/2006/relationships/extended-properties" Target="/docProps/app.xml" Id="R507cba97492b4dc1" /><Relationship Type="http://schemas.openxmlformats.org/officeDocument/2006/relationships/officeDocument" Target="/ppt/presentation.xml" Id="Rff662c2bdd4e40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0d3ad374f64030"/>
  </p:sldMasterIdLst>
  <p:notesMasterIdLst>
    <p:notesMasterId xmlns:r="http://schemas.openxmlformats.org/officeDocument/2006/relationships" r:id="Rb67829d0dd134545"/>
  </p:notesMasterIdLst>
  <p:sldIdLst>
    <p:sldId xmlns:r="http://schemas.openxmlformats.org/officeDocument/2006/relationships" id="256" r:id="R03d4dd400fbf4ad0"/>
    <p:sldId xmlns:r="http://schemas.openxmlformats.org/officeDocument/2006/relationships" id="257" r:id="Rc383f0c95bb943b0"/>
    <p:sldId xmlns:r="http://schemas.openxmlformats.org/officeDocument/2006/relationships" id="258" r:id="Rca989f39e8544bc1"/>
    <p:sldId xmlns:r="http://schemas.openxmlformats.org/officeDocument/2006/relationships" id="259" r:id="R9e47557bad4c4470"/>
    <p:sldId xmlns:r="http://schemas.openxmlformats.org/officeDocument/2006/relationships" id="260" r:id="Ra08b836437a84289"/>
    <p:sldId xmlns:r="http://schemas.openxmlformats.org/officeDocument/2006/relationships" id="261" r:id="R960302fa824c459d"/>
    <p:sldId xmlns:r="http://schemas.openxmlformats.org/officeDocument/2006/relationships" id="262" r:id="R22867714d7074333"/>
    <p:sldId xmlns:r="http://schemas.openxmlformats.org/officeDocument/2006/relationships" id="263" r:id="Rcc36203a85a042ee"/>
    <p:sldId xmlns:r="http://schemas.openxmlformats.org/officeDocument/2006/relationships" id="264" r:id="Rb43a372e45b249bb"/>
    <p:sldId xmlns:r="http://schemas.openxmlformats.org/officeDocument/2006/relationships" id="265" r:id="R7ca3c2cbad3a464c"/>
    <p:sldId xmlns:r="http://schemas.openxmlformats.org/officeDocument/2006/relationships" id="266" r:id="Rd861d03bff5b453f"/>
    <p:sldId xmlns:r="http://schemas.openxmlformats.org/officeDocument/2006/relationships" id="267" r:id="R7fde64527303469c"/>
    <p:sldId xmlns:r="http://schemas.openxmlformats.org/officeDocument/2006/relationships" id="268" r:id="R498610b1e2d84033"/>
    <p:sldId xmlns:r="http://schemas.openxmlformats.org/officeDocument/2006/relationships" id="269" r:id="Rb3d65c10bbb44da6"/>
    <p:sldId xmlns:r="http://schemas.openxmlformats.org/officeDocument/2006/relationships" id="270" r:id="Rf57b0688b96e4cf5"/>
    <p:sldId xmlns:r="http://schemas.openxmlformats.org/officeDocument/2006/relationships" id="271" r:id="R077cade560704653"/>
    <p:sldId xmlns:r="http://schemas.openxmlformats.org/officeDocument/2006/relationships" id="272" r:id="R0bf0a4318f374fd7"/>
    <p:sldId xmlns:r="http://schemas.openxmlformats.org/officeDocument/2006/relationships" id="273" r:id="R332ede04ed53476c"/>
    <p:sldId xmlns:r="http://schemas.openxmlformats.org/officeDocument/2006/relationships" id="274" r:id="R7506199ae3b14b80"/>
    <p:sldId xmlns:r="http://schemas.openxmlformats.org/officeDocument/2006/relationships" id="275" r:id="R17d7aaf0548448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4f538f720043fd" /><Relationship Type="http://schemas.openxmlformats.org/officeDocument/2006/relationships/slideMaster" Target="/ppt/slideMasters/slideMaster1.xml" Id="R310d3ad374f64030" /><Relationship Type="http://schemas.openxmlformats.org/officeDocument/2006/relationships/notesMaster" Target="/ppt/notesMasters/notesMaster1.xml" Id="Rb67829d0dd134545" /><Relationship Type="http://schemas.openxmlformats.org/officeDocument/2006/relationships/presProps" Target="/ppt/presProps.xml" Id="R2feef62199634126" /><Relationship Type="http://schemas.openxmlformats.org/officeDocument/2006/relationships/tableStyles" Target="/ppt/tableStyles.xml" Id="R31aedaf389754c5f" /><Relationship Type="http://schemas.openxmlformats.org/officeDocument/2006/relationships/slide" Target="/ppt/slides/slide1.xml" Id="R03d4dd400fbf4ad0" /><Relationship Type="http://schemas.openxmlformats.org/officeDocument/2006/relationships/slide" Target="/ppt/slides/slide2.xml" Id="Rc383f0c95bb943b0" /><Relationship Type="http://schemas.openxmlformats.org/officeDocument/2006/relationships/slide" Target="/ppt/slides/slide3.xml" Id="Rca989f39e8544bc1" /><Relationship Type="http://schemas.openxmlformats.org/officeDocument/2006/relationships/slide" Target="/ppt/slides/slide4.xml" Id="R9e47557bad4c4470" /><Relationship Type="http://schemas.openxmlformats.org/officeDocument/2006/relationships/slide" Target="/ppt/slides/slide5.xml" Id="Ra08b836437a84289" /><Relationship Type="http://schemas.openxmlformats.org/officeDocument/2006/relationships/slide" Target="/ppt/slides/slide6.xml" Id="R960302fa824c459d" /><Relationship Type="http://schemas.openxmlformats.org/officeDocument/2006/relationships/slide" Target="/ppt/slides/slide7.xml" Id="R22867714d7074333" /><Relationship Type="http://schemas.openxmlformats.org/officeDocument/2006/relationships/slide" Target="/ppt/slides/slide8.xml" Id="Rcc36203a85a042ee" /><Relationship Type="http://schemas.openxmlformats.org/officeDocument/2006/relationships/slide" Target="/ppt/slides/slide9.xml" Id="Rb43a372e45b249bb" /><Relationship Type="http://schemas.openxmlformats.org/officeDocument/2006/relationships/slide" Target="/ppt/slides/slide10.xml" Id="R7ca3c2cbad3a464c" /><Relationship Type="http://schemas.openxmlformats.org/officeDocument/2006/relationships/slide" Target="/ppt/slides/slide11.xml" Id="Rd861d03bff5b453f" /><Relationship Type="http://schemas.openxmlformats.org/officeDocument/2006/relationships/slide" Target="/ppt/slides/slide12.xml" Id="R7fde64527303469c" /><Relationship Type="http://schemas.openxmlformats.org/officeDocument/2006/relationships/slide" Target="/ppt/slides/slide13.xml" Id="R498610b1e2d84033" /><Relationship Type="http://schemas.openxmlformats.org/officeDocument/2006/relationships/slide" Target="/ppt/slides/slide14.xml" Id="Rb3d65c10bbb44da6" /><Relationship Type="http://schemas.openxmlformats.org/officeDocument/2006/relationships/slide" Target="/ppt/slides/slide15.xml" Id="Rf57b0688b96e4cf5" /><Relationship Type="http://schemas.openxmlformats.org/officeDocument/2006/relationships/slide" Target="/ppt/slides/slide16.xml" Id="R077cade560704653" /><Relationship Type="http://schemas.openxmlformats.org/officeDocument/2006/relationships/slide" Target="/ppt/slides/slide17.xml" Id="R0bf0a4318f374fd7" /><Relationship Type="http://schemas.openxmlformats.org/officeDocument/2006/relationships/slide" Target="/ppt/slides/slide18.xml" Id="R332ede04ed53476c" /><Relationship Type="http://schemas.openxmlformats.org/officeDocument/2006/relationships/slide" Target="/ppt/slides/slide19.xml" Id="R7506199ae3b14b80" /><Relationship Type="http://schemas.openxmlformats.org/officeDocument/2006/relationships/slide" Target="/ppt/slides/slide20.xml" Id="R17d7aaf05484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4724d8b9804b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1947b79f7840d5" /><Relationship Type="http://schemas.openxmlformats.org/officeDocument/2006/relationships/notesMaster" Target="/ppt/notesMasters/notesMaster1.xml" Id="R19c8ff55618744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c31f8331e6450c" /><Relationship Type="http://schemas.openxmlformats.org/officeDocument/2006/relationships/notesMaster" Target="/ppt/notesMasters/notesMaster1.xml" Id="R3346e9379f3f46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a2aa034f8c45cc" /><Relationship Type="http://schemas.openxmlformats.org/officeDocument/2006/relationships/notesMaster" Target="/ppt/notesMasters/notesMaster1.xml" Id="Rfd6b2a1ddc4f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e872c687445a1" /><Relationship Type="http://schemas.openxmlformats.org/officeDocument/2006/relationships/notesMaster" Target="/ppt/notesMasters/notesMaster1.xml" Id="R53abde92337e4d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f46a80db304d71" /><Relationship Type="http://schemas.openxmlformats.org/officeDocument/2006/relationships/notesMaster" Target="/ppt/notesMasters/notesMaster1.xml" Id="Rc594666c992348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8baf0f7ce4435e" /><Relationship Type="http://schemas.openxmlformats.org/officeDocument/2006/relationships/notesMaster" Target="/ppt/notesMasters/notesMaster1.xml" Id="Rd2e50adff4534c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0049da63cd4d49" /><Relationship Type="http://schemas.openxmlformats.org/officeDocument/2006/relationships/notesMaster" Target="/ppt/notesMasters/notesMaster1.xml" Id="R7f3fd518e2ce4c0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418b86fd054ae6" /><Relationship Type="http://schemas.openxmlformats.org/officeDocument/2006/relationships/notesMaster" Target="/ppt/notesMasters/notesMaster1.xml" Id="R46b9e6e085a740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66a83e394746ea" /><Relationship Type="http://schemas.openxmlformats.org/officeDocument/2006/relationships/notesMaster" Target="/ppt/notesMasters/notesMaster1.xml" Id="Rba97f08750df44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4e23d269134df4" /><Relationship Type="http://schemas.openxmlformats.org/officeDocument/2006/relationships/notesMaster" Target="/ppt/notesMasters/notesMaster1.xml" Id="R2c9a1052fbf240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2bbb3242d34bb2" /><Relationship Type="http://schemas.openxmlformats.org/officeDocument/2006/relationships/notesMaster" Target="/ppt/notesMasters/notesMaster1.xml" Id="Re6d836d7426b48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683f16b5c948de" /><Relationship Type="http://schemas.openxmlformats.org/officeDocument/2006/relationships/notesMaster" Target="/ppt/notesMasters/notesMaster1.xml" Id="Rdf29c41c363a42f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54bd80ee7f42a6" /><Relationship Type="http://schemas.openxmlformats.org/officeDocument/2006/relationships/notesMaster" Target="/ppt/notesMasters/notesMaster1.xml" Id="R7e1eb7c18832496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dcd314a38c4996" /><Relationship Type="http://schemas.openxmlformats.org/officeDocument/2006/relationships/notesMaster" Target="/ppt/notesMasters/notesMaster1.xml" Id="Rae290b5ded6b4f4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6dbe1c6dfd4240" /><Relationship Type="http://schemas.openxmlformats.org/officeDocument/2006/relationships/notesMaster" Target="/ppt/notesMasters/notesMaster1.xml" Id="R5ec7aa16eb3a48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341c34972749d8" /><Relationship Type="http://schemas.openxmlformats.org/officeDocument/2006/relationships/notesMaster" Target="/ppt/notesMasters/notesMaster1.xml" Id="Rb2723877771444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e2820ca9aab4178" /><Relationship Type="http://schemas.openxmlformats.org/officeDocument/2006/relationships/notesMaster" Target="/ppt/notesMasters/notesMaster1.xml" Id="Rd6e7d59c2f5e4c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db53b7e4504f14" /><Relationship Type="http://schemas.openxmlformats.org/officeDocument/2006/relationships/notesMaster" Target="/ppt/notesMasters/notesMaster1.xml" Id="Rdb50dcef6c5a429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8eefe8ac5b44e0" /><Relationship Type="http://schemas.openxmlformats.org/officeDocument/2006/relationships/notesMaster" Target="/ppt/notesMasters/notesMaster1.xml" Id="R60967d165adb4e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d69e4157bb94882" /><Relationship Type="http://schemas.openxmlformats.org/officeDocument/2006/relationships/notesMaster" Target="/ppt/notesMasters/notesMaster1.xml" Id="R32b3ae0e4a1d44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https://github.com/dungnm02/token-optimizer/blob/main/CAUSE.md</a:t>
            </a:r>
          </a:p>
          <a:p xmlns:a="http://schemas.openxmlformats.org/drawingml/2006/main">
            <a:r>
              <a:t>- https://github.com/dungnm02/token-optimizer/blob/main/HARNESS.md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https://github.com/dungnm02/token-optimizer/blob/main/CAUSE.md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https://github.com/dungnm02/token-optimizer/blob/main/CAUSE.md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https://github.com/dungnm02/token-optimizer/blob/main/BILLING.md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https://github.com/dungnm02/token-optimizer/blob/main/CAUSE.md</a:t>
            </a:r>
          </a:p>
          <a:p xmlns:a="http://schemas.openxmlformats.org/drawingml/2006/main">
            <a:r>
              <a:t>- https://github.com/dungnm02/token-optimizer/blob/main/HARNESS.md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https://github.com/dungnm02/token-optimizer/blob/main/HARNESS.md</a:t>
            </a:r>
          </a:p>
          <a:p xmlns:a="http://schemas.openxmlformats.org/drawingml/2006/main">
            <a:r>
              <a:t>- https://github.com/dungnm02/token-optimizer/blob/main/CAUSE.md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https://github.com/dungnm02/token-optimizer/blob/main/CAUSE.md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https://github.com/dungnm02/token-optimizer/blob/main/PROOF.md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https://github.com/dungnm02/token-optimizer/blob/main/PROOF.md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https://github.com/dungnm02/token-optimizer/blob/main/HARNESS.md</a:t>
            </a:r>
          </a:p>
          <a:p xmlns:a="http://schemas.openxmlformats.org/drawingml/2006/main">
            <a:r>
              <a:t>- https://github.com/dungnm02/token-optimizer/blob/main/CONFIG.md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https://github.com/dungnm02/token-optimizer/blob/main/CONFIG.md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https://github.com/dungnm02/token-optimizer/blob/main/HARNESS.md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https://github.com/dungnm02/token-optimizer/blob/main/ROUTING.md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https://github.com/dungnm02/token-optimizer/blob/main/ROUTING.md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https://github.com/dungnm02/token-optimizer/blob/main/PROOF.md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  <a:p xmlns:a="http://schemas.openxmlformats.org/drawingml/2006/main">
            <a:r>
              <a:t>- https://github.com/dungnm02/token-optimizer/blob/main/HARNESS.md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https://github.com/dungnm02/token-optimizer/blob/main/HARNESS.md</a:t>
            </a:r>
          </a:p>
          <a:p xmlns:a="http://schemas.openxmlformats.org/drawingml/2006/main">
            <a:r>
              <a:t>- https://github.com/dungnm02/token-optimizer/blob/main/PROOF.md</a:t>
            </a:r>
          </a:p>
          <a:p xmlns:a="http://schemas.openxmlformats.org/drawingml/2006/main">
            <a:r>
              <a:t>- https://github.com/dungnm02/token-optimizer/blob/main/WORKFLOW.md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https://github.com/dungnm02/token-optimizer/blob/main/MEASURE.md</a:t>
            </a:r>
          </a:p>
          <a:p xmlns:a="http://schemas.openxmlformats.org/drawingml/2006/main">
            <a:r>
              <a:t>- https://github.com/dungnm02/token-optimizer/blob/main/PROOF.md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https://github.com/dungnm02/token-optimizer/blob/main/BILLING.md</a:t>
            </a:r>
          </a:p>
          <a:p xmlns:a="http://schemas.openxmlformats.org/drawingml/2006/main">
            <a:r>
              <a:t>- https://github.com/dungnm02/token-optimizer/blob/main/WORKFLOW.md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https://github.com/dungnm02/token-optimizer/blob/main/BILLING.md</a:t>
            </a:r>
          </a:p>
          <a:p xmlns:a="http://schemas.openxmlformats.org/drawingml/2006/main">
            <a:r>
              <a:t>- https://github.com/dungnm02/token-optimizer/blob/main/CONFIG.md</a:t>
            </a:r>
          </a:p>
          <a:p xmlns:a="http://schemas.openxmlformats.org/drawingml/2006/main">
            <a:r>
              <a:t>- https://github.com/dungnm02/token-optimizer/blob/main/PROOF.md</a:t>
            </a:r>
          </a:p>
          <a:p xmlns:a="http://schemas.openxmlformats.org/drawingml/2006/main">
            <a:r>
              <a:t>- https://github.com/dungnm02/token-optimizer/blob/main/MEASURE.md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42e6e0ef44f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dd7e99ebb46b0" /><Relationship Type="http://schemas.openxmlformats.org/officeDocument/2006/relationships/slideLayout" Target="/ppt/slideLayouts/slideLayout1.xml" Id="R9da7f8f4765a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7f8f4765a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8c00d20fab4e65" /><Relationship Type="http://schemas.openxmlformats.org/officeDocument/2006/relationships/notesSlide" Target="/ppt/notesSlides/notesSlide1.xml" Id="R48d4781dfb8a47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71a87b7d94fcf" /><Relationship Type="http://schemas.openxmlformats.org/officeDocument/2006/relationships/notesSlide" Target="/ppt/notesSlides/notesSlide2.xml" Id="Rfbde618a453e4f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12794ccdd4e8f" /><Relationship Type="http://schemas.openxmlformats.org/officeDocument/2006/relationships/notesSlide" Target="/ppt/notesSlides/notesSlide3.xml" Id="R7a5f63ea341945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85a7bed5649a2" /><Relationship Type="http://schemas.openxmlformats.org/officeDocument/2006/relationships/notesSlide" Target="/ppt/notesSlides/notesSlide4.xml" Id="Rd3312734ee4045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80344c0d24e8a" /><Relationship Type="http://schemas.openxmlformats.org/officeDocument/2006/relationships/notesSlide" Target="/ppt/notesSlides/notesSlide5.xml" Id="R310c0c20c9244e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8fa09dfb649c7" /><Relationship Type="http://schemas.openxmlformats.org/officeDocument/2006/relationships/notesSlide" Target="/ppt/notesSlides/notesSlide6.xml" Id="R29042e82c8dc4a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db2b70fa04f69" /><Relationship Type="http://schemas.openxmlformats.org/officeDocument/2006/relationships/notesSlide" Target="/ppt/notesSlides/notesSlide7.xml" Id="Rcd60bf0de1c9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cd1ee127444c3" /><Relationship Type="http://schemas.openxmlformats.org/officeDocument/2006/relationships/notesSlide" Target="/ppt/notesSlides/notesSlide8.xml" Id="R46a730f1b9c446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53ecc4b2042be" /><Relationship Type="http://schemas.openxmlformats.org/officeDocument/2006/relationships/notesSlide" Target="/ppt/notesSlides/notesSlide9.xml" Id="R9bca89bb70274a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4597b19791475b" /><Relationship Type="http://schemas.openxmlformats.org/officeDocument/2006/relationships/notesSlide" Target="/ppt/notesSlides/notesSlide10.xml" Id="R85c78b957b1a4d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be20d933d4288" /><Relationship Type="http://schemas.openxmlformats.org/officeDocument/2006/relationships/notesSlide" Target="/ppt/notesSlides/notesSlide11.xml" Id="R4e7a28897c3c43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a1bc38d15467c" /><Relationship Type="http://schemas.openxmlformats.org/officeDocument/2006/relationships/notesSlide" Target="/ppt/notesSlides/notesSlide12.xml" Id="R4572a29df2054f3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93e778bec4387" /><Relationship Type="http://schemas.openxmlformats.org/officeDocument/2006/relationships/notesSlide" Target="/ppt/notesSlides/notesSlide13.xml" Id="R9bd01bb7830e41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75bdf6815490f" /><Relationship Type="http://schemas.openxmlformats.org/officeDocument/2006/relationships/notesSlide" Target="/ppt/notesSlides/notesSlide14.xml" Id="R6a8f771849ad47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d0b4449f64cfc" /><Relationship Type="http://schemas.openxmlformats.org/officeDocument/2006/relationships/notesSlide" Target="/ppt/notesSlides/notesSlide15.xml" Id="Rae4996dfb71f48d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fd79d75d449f6" /><Relationship Type="http://schemas.openxmlformats.org/officeDocument/2006/relationships/notesSlide" Target="/ppt/notesSlides/notesSlide16.xml" Id="R6d62830212b344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c443d71d4111" /><Relationship Type="http://schemas.openxmlformats.org/officeDocument/2006/relationships/notesSlide" Target="/ppt/notesSlides/notesSlide17.xml" Id="R99418674fd0640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4033402dc24ad5" /><Relationship Type="http://schemas.openxmlformats.org/officeDocument/2006/relationships/notesSlide" Target="/ppt/notesSlides/notesSlide18.xml" Id="R982164a5df39475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82dd3ec9d46a9" /><Relationship Type="http://schemas.openxmlformats.org/officeDocument/2006/relationships/notesSlide" Target="/ppt/notesSlides/notesSlide19.xml" Id="R5a86349468cd4f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a7366a46d4ddb" /><Relationship Type="http://schemas.openxmlformats.org/officeDocument/2006/relationships/notesSlide" Target="/ppt/notesSlides/notesSlide20.xml" Id="R70eee50e564f4f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E410F-A6E9-4C80-8846-AFDA17BB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TOKEN OPTIMIZER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996C7A-E7FA-48BC-A997-DC280D55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59055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Tối ưu token</a:t>
            </a:r>
          </a:p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không bắt đầu</a:t>
            </a:r>
          </a:p>
          <a:p xmlns:a="http://schemas.openxmlformats.org/drawingml/2006/main">
            <a:pPr algn="l">
              <a:def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bằng công cụ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491773-456A-4FB5-9BF1-3C9F7CB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238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80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Một khung tư duy để đội kỹ thuật giảm chi phí,</a:t>
            </a:r>
          </a:p>
          <a:p xmlns:a="http://schemas.openxmlformats.org/drawingml/2006/main">
            <a:pPr algn="l">
              <a:defRPr sz="18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giữ chất lượng và làm việc lâu hơn trước khi chạm hạn mức.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878EC-7E88-49C2-A579-AD3B9AC5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990600"/>
            <a:ext cx="4076700" cy="4857750"/>
          </a:xfrm>
          <a:prstGeom xmlns:a="http://schemas.openxmlformats.org/drawingml/2006/main" prst="roundRect">
            <a:avLst>
              <a:gd name="adj" fmla="val 560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9525">
            <a:solidFill>
              <a:srgbClr val="0B1F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E1C8F-CE49-49FA-B809-0A168CCC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46685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21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Mỗi lượt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agent chạy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98A960-D96D-4756-82E5-11B2D724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2571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7209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  <a:p xmlns:a="http://schemas.openxmlformats.org/drawingml/2006/main">
            <a:pPr algn="l">
              <a:def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→ tool</a:t>
            </a:r>
          </a:p>
          <a:p xmlns:a="http://schemas.openxmlformats.org/drawingml/2006/main">
            <a:pPr algn="l">
              <a:def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→ context</a:t>
            </a:r>
          </a:p>
          <a:p xmlns:a="http://schemas.openxmlformats.org/drawingml/2006/main">
            <a:pPr algn="l">
              <a:def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→ output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55764C-64E8-4A4F-B66D-63B4C41D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0101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Câu hỏi đúng: token nào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không cần sinh ra?</a:t>
            </a:r>
          </a:p>
        </p:txBody>
      </p:sp>
    </p:spTree>
    <p:extLst>
      <p:ext uri="{BB962C8B-B14F-4D97-AF65-F5344CB8AC3E}">
        <p14:creationId xmlns:p14="http://schemas.microsoft.com/office/powerpoint/2010/main" val="58757592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9A628-59A6-4BAB-BA9B-915B5ECE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MỤC TIÊU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46FE1-6CB2-4032-A1CF-BC3891FE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D77404-2DDC-4C6B-90B6-79926292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7E1F69-6FF6-45B7-B90A-588C93C8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Sau 40 phút, cả team có chung một cách ra quyết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065C4-BA83-46FF-AC7D-71230F4C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Không cần thuộc mọi cấu hình. Cần biết nhìn đúng tầng gây lãng phí và chọn can thiệp nhỏ nhất có thể kiểm chứng.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7087D-330B-4FE1-A6F9-814E605D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719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D3E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C078D-276A-4EDD-AE1B-570CA859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19B51-74A7-489F-9FD6-387319FB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Vì sao token rò rỉ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6AAA5-48A8-4B3F-B4D1-A6AE5D0B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Hiểu cơ chế trước khi tối ưu.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ECBAC-DDD7-44D9-9D09-B9469B27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719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11BC1-3739-4E1F-A3FB-64B42E1B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24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E40C9-BBAD-49DB-ADC8-B4BB9E0F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Áp dụng theo tầng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CF7D7-30CC-45DC-A4E6-8BA078C3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438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Hành vi → cấu hình → công cụ.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EFE9F-4E7B-4A4A-8D22-EC92EB9E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300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E9F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A25AE3-2777-45C1-94F8-D66BA442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24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B2EF9-6D29-49A9-A0E5-F6A334DD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0005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Checklist hành động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6E4EE7-8BB0-4DCA-9226-0961EC40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438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Biến bài học thành thói quen.</a:t>
            </a:r>
          </a:p>
        </p:txBody>
      </p:sp>
    </p:spTree>
    <p:extLst>
      <p:ext uri="{BB962C8B-B14F-4D97-AF65-F5344CB8AC3E}">
        <p14:creationId xmlns:p14="http://schemas.microsoft.com/office/powerpoint/2010/main" val="204374516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D227F-AE60-483E-96B9-8B420785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1 · TỔNG QUAN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5DB98-3D7D-4980-ADC1-E829DE6F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3E7B9-98F9-4428-BC05-8F5CD91C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815ED-2826-4A65-9484-7C2DC712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Chi phí tăng vì context bị mang theo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ADD6FE-F9CA-451A-B617-955D0DB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7524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Một token được thêm sớm có thể đi qua hàng chục lượt sau. Khi cache trượt, khoản mang theo đó lại trở về giá đầy đủ.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45EE5-0B18-4253-991C-4CC6A760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197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4C5BB-BCFA-4A05-B5C1-D2CCA279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39262F-B965-4498-AAC8-18CC9A2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768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Lượt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59469A-1F80-4687-9260-1DBDF7BE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1285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context cũ + mới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FE40DE-1EDF-483E-923E-3D97FBCC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752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ABDEE-3436-4347-B00C-1780419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4C1DC-D483-4BA9-B8BC-8DDF9EEC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4768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Lượt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082255-363C-4708-87FE-7A3E5D65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62500"/>
            <a:ext cx="1285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context cũ + mới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49C02-8E5F-42A5-AA51-F4E9D8E5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19700"/>
            <a:ext cx="590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E4F8C-7500-4309-9F78-978357F3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D824F0-507E-4746-8A67-54169140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4768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Lượt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8AF7E4-193F-4796-A664-B7D4B59B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62500"/>
            <a:ext cx="1285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context cũ + mới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B53F0-A1D5-4CB6-B5A7-C2F556DB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19700"/>
            <a:ext cx="428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F30BA1-6925-44EB-BACC-0912AEEF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3E4F"/>
          </a:solidFill>
          <a:ln xmlns:a="http://schemas.openxmlformats.org/drawingml/2006/main" w="0">
            <a:solidFill>
              <a:srgbClr val="DD3E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2555D-5159-4D00-A113-A32BDEE7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54768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Lượt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21D6E5-ADCE-4E37-8E64-E265E7D9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1285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context cũ + mới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9AF67-C01C-4CC8-B2BD-1DB835D8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19700"/>
            <a:ext cx="266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CF8AC1-B215-4162-AF9A-2A31E06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3E4F"/>
          </a:solidFill>
          <a:ln xmlns:a="http://schemas.openxmlformats.org/drawingml/2006/main" w="0">
            <a:solidFill>
              <a:srgbClr val="DD3E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9EA2A-4D15-467B-B6A4-1D48B8041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4768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Lượt 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067ED-970D-4A7B-92A2-F2256804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62500"/>
            <a:ext cx="12858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context cũ + mới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E9E1F9-2DEF-4C63-819A-5977657A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B1F95-6F9B-4A38-97C7-C87C98717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3E4F"/>
          </a:solidFill>
          <a:ln xmlns:a="http://schemas.openxmlformats.org/drawingml/2006/main" w="0">
            <a:solidFill>
              <a:srgbClr val="DD3E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8A793-9EAC-4881-A181-619B4741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76875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Lượt 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372233-EADD-477F-AFD2-962B478C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30480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05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Cùng một đoạn log</a:t>
            </a:r>
          </a:p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đi qua càng nhiều lượt,</a:t>
            </a:r>
          </a:p>
          <a:p xmlns:a="http://schemas.openxmlformats.org/drawingml/2006/main">
            <a:pPr algn="l">
              <a:def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chi phí càng lớn.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A3693-E9B9-4C3D-81AE-9810E88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0861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37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Đừng hỏi “đoạn này dài bao nhiêu?”</a:t>
            </a:r>
          </a:p>
          <a:p xmlns:a="http://schemas.openxmlformats.org/drawingml/2006/main">
            <a:pPr algn="l">
              <a:defRPr sz="1950" b="0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Hãy hỏi “nó sẽ còn bị gửi lại bao nhiêu lần?”</a:t>
            </a:r>
          </a:p>
        </p:txBody>
      </p:sp>
    </p:spTree>
    <p:extLst>
      <p:ext uri="{BB962C8B-B14F-4D97-AF65-F5344CB8AC3E}">
        <p14:creationId xmlns:p14="http://schemas.microsoft.com/office/powerpoint/2010/main" val="8687400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68460D-F68F-43E8-AF9E-B8540D8A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1 · TỔNG QUAN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084BE2-5ADC-44C0-A1DE-11A39540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E7FB2C-30FB-4444-83F3-0C784851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B0BAC-518A-4773-A6C1-F6C3AA09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Trước khi tối ưu, xác định thứ bạn đang cạn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B30BF-BEDA-4E5E-BFA6-F354C190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314325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31467-BD4D-450C-AA4E-2D77F414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API key / BYOK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51F51-4A8E-4B94-BFD4-CEF6AC2A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Đô la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33DCE2-B826-46FE-AE70-F2188F0F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Giảm token thường quy đổi thẳng thành chi phí.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228654-EBC6-42E2-84F3-11D76B58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33625"/>
            <a:ext cx="314325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B4FE8-DF00-4A9B-AE1C-4E10B46F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Gói thuê bao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7FEA82-5139-4DFD-A10B-B2481355B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Hạn mức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A0BA02-38DB-4EDD-97D4-385CC3EE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8290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Giảm token tạo thêm thời gian và phiên làm việc.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5E9161-6589-41CB-B8F2-6DF8DD1C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33625"/>
            <a:ext cx="3143250" cy="2667000"/>
          </a:xfrm>
          <a:prstGeom xmlns:a="http://schemas.openxmlformats.org/drawingml/2006/main" prst="roundRect">
            <a:avLst>
              <a:gd name="adj" fmla="val 6429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B912D-12A0-4C24-B385-7ECE9978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Quota request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7098D-2D93-4AB0-8A20-4A8FB2C6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266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Lượt gọi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3E226D-FFC1-4F78-B111-3A16D1F1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262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Giảm round-trip quan trọng hơn cắt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247E2-7492-4431-B7BD-AB4A14A0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Không có “tối ưu token” chung cho mọi đội. Đơn vị khan hiếm quyết định thứ tự ưu tiên.</a:t>
            </a:r>
          </a:p>
        </p:txBody>
      </p:sp>
    </p:spTree>
    <p:extLst>
      <p:ext uri="{BB962C8B-B14F-4D97-AF65-F5344CB8AC3E}">
        <p14:creationId xmlns:p14="http://schemas.microsoft.com/office/powerpoint/2010/main" val="16655378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A0BCB6-EDC1-4D71-9C78-3D304239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1 · MENTAL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6D481B-00BC-437F-9007-42C5D2BC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24955-16BD-4EA8-A7C9-41A6F1F1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FB9D1-A80C-4D61-AC58-5C3C5AA2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Bốn khái niệm là đủ để đọc một hóa đơn token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26E91-BECB-4FCC-982E-A60F394C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Token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9AD4E-8B45-4D0B-8414-A41CFE0A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050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E2BC4F-4878-473C-886F-E7A66994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5267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Đơn vị model đọc và tạo ra.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8C189E-112C-4596-9BA8-E29AC7799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146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Harness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BFC07B-728C-43F2-A2FC-A98712272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8612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787B6-C5BF-49F5-A1F6-8D5ECE53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3372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Lớp lắp prompt, chạy tool, giữ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CE82B-48D1-4DC6-A4AE-FCB6DC03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9572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Context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F0903-01E7-4A3E-B753-AF36FF05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671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1C3B2-F07F-4D81-A1C6-7999BC89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1477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Không gian hữu hạn model nhìn thấy trong một lượt.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7380C8-C584-424D-B0F0-1C71AD82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rPr>
              <a:t>Cache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1D02AC-99E4-4BBF-B727-B5E87B0E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4822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6C4A1F-93A4-44EA-A8A1-46848BEB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95825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Bản ghi nhớ tiền tố lặp lại, rẻ hơn khi còn khớp.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AE915-3378-4078-A566-D61ED204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959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Harness quyết định token nào đi vào context; cache quyết định phần lặp lại có còn rẻ hay không.</a:t>
            </a:r>
          </a:p>
        </p:txBody>
      </p:sp>
    </p:spTree>
    <p:extLst>
      <p:ext uri="{BB962C8B-B14F-4D97-AF65-F5344CB8AC3E}">
        <p14:creationId xmlns:p14="http://schemas.microsoft.com/office/powerpoint/2010/main" val="19277612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32026-D5FD-473C-A536-F1AC0AC8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1 · TỔNG QUAN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F0994D-D22D-42FF-9459-B3DA5136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2B438A-1E35-49F5-B278-7FEF734D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2F7E8-15F3-48F8-BABE-6A09F736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Token rò rỉ qua nhiều tầng trong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E6216F-89BA-4D50-BEB7-AB2C0E41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14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DA4FF-9A9A-4FB9-B33C-9D412894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666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8491E7-EDE3-45B9-B361-C8BCE8E9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1CD24-2A78-4D7E-8FA3-1927FCBB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Nhiệm vụ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90959-882D-48C6-9DD7-AF370697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Phạm vi mơ hồ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767106-4EB3-402A-A93E-4B10429C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14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0AA9F1-FAA9-47E8-B87F-799479E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914650"/>
            <a:ext cx="1666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78F861-0C77-4343-80EE-4D2CA56C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105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A7319-65C6-4F53-B0EB-5CBBC8FD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861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Prompt &amp;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C1701-EEB9-4E0D-8352-0969C5E8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9052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Prefix đổi liên tục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4E17C-6B66-4C09-A65D-7B5390F7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14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5F475-73EF-44D6-9C5F-5305CA03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14650"/>
            <a:ext cx="1666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E3FC4E-8F62-46CF-ACFA-53B06A40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05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3996F5-85D8-42DF-AE0B-C5A567B6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861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Tool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17F906-4BDA-46C4-A205-97BDFE50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9052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Log và schema quá lớn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BC6A6E-9A13-4BD7-94F9-6AA0BC6C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7147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D0D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7974BA-1097-4FC0-BAF6-9C4523EE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14650"/>
            <a:ext cx="1666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2A122-0AB7-404A-91EF-02F67028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105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9CF7D7-414C-4FD0-8FCE-07D7432C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4861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6D420-1EB6-4FBB-9134-631EA057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9052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Lịch sử không được dọn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19AC6-780C-4C06-BA22-8E67E42D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14650"/>
            <a:ext cx="1666875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61AD0A-2667-409A-8E42-66FE7CC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051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B26A4-A8E7-4C5B-ABCA-F19A321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86150"/>
            <a:ext cx="129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Generation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45600D-C6F0-4154-8107-091F134C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05250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Reasoning / output quá mức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FCAF0F-5550-4DA0-9170-3F7EBC16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Điểm then chốt: “tool” chỉ là một tầng. Sửa sai tầng thường không tạo ra kết quả.</a:t>
            </a:r>
          </a:p>
        </p:txBody>
      </p:sp>
    </p:spTree>
    <p:extLst>
      <p:ext uri="{BB962C8B-B14F-4D97-AF65-F5344CB8AC3E}">
        <p14:creationId xmlns:p14="http://schemas.microsoft.com/office/powerpoint/2010/main" val="7605612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3681A-979F-418E-BD59-200E973E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1 · TỔNG QUAN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9C86B-8E12-4839-8BBB-53695748B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922DD-B55F-4D80-AE4B-F105D2F1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82E9F-4A37-4F98-A24A-CF2649144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Sáu kiểu rò rỉ: hãy chẩn đoán trước khi kê đơn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209D90-24B0-4A88-A094-2E6E9614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3E4F"/>
          </a:solidFill>
          <a:ln xmlns:a="http://schemas.openxmlformats.org/drawingml/2006/main" w="0">
            <a:solidFill>
              <a:srgbClr val="DD3E4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B8F9A6-CFFC-4630-929B-D45E84F9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Cache miss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C8C19-8273-4FCD-827F-5E17B64B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2410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Trả giá đầy đủ cho prefix lặp lại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CD6A7-188E-415E-B63D-874E364C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717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F8963F-C5F2-42AC-85EB-B872678E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305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Context tích lũy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46191-CDF3-41F2-AE7D-3D3765A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2410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Lịch sử phình và bị gửi lại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2B2C48-EA93-42EC-9A1A-076DFF91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97F6CA-59B7-40E5-979B-03D22AE3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Tool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14DE8B-C4CD-4D70-ABD3-8695B128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95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Log, kết quả và schema ít giá trị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95685E-D908-4649-B652-67FB6F25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34327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E9F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76BDC-4207-40F6-8693-BBCE32AF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Nội dung đắt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756733-95AF-44EA-98A0-F1996D706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9565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Ảnh, tài liệu, dữ liệu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921F14-FD03-4BED-9FA4-2A5B08E0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3E4F"/>
          </a:solidFill>
          <a:ln xmlns:a="http://schemas.openxmlformats.org/drawingml/2006/main" w="0">
            <a:solidFill>
              <a:srgbClr val="DD3E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A89DB-99E8-41A8-8F05-A9A2AA08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Generation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9E1EC-5D40-40CE-9B1E-6F56AC8E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26720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Reasoning và câu trả lời dài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01B36-5802-4214-962A-4143CD94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3148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A8BC45-3930-467E-81F1-C43AA9B2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481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Kiến trúc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2439B3-2E13-4C1D-93CD-AA63FF9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26720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Nhiều request, nhiều agent, retry</a:t>
            </a:r>
          </a:p>
        </p:txBody>
      </p:sp>
    </p:spTree>
    <p:extLst>
      <p:ext uri="{BB962C8B-B14F-4D97-AF65-F5344CB8AC3E}">
        <p14:creationId xmlns:p14="http://schemas.microsoft.com/office/powerpoint/2010/main" val="100108435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27F58-F9BF-455B-A117-F92B3BE8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CHUYỂN PHẦN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4C533-C05F-4A0E-8D45-C610623C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3FAAC-0F88-425F-A881-E0C2D8B5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A04E3-E349-4E2A-9A3F-5E14F332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Token rẻ nhất là token không sinh 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57274C-9AF5-4B32-BA99-BC61BEC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800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Vì vậy thứ tự không phải “tìm tool nén tốt nhất”. Thứ tự là chặn công việc thừa, đặt hệ thống đúng, rồi mới bổ sung công cụ.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CF65A-173F-4133-B3F1-DBD06436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3143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50C12-920C-478B-AF20-FAF1DDBF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452539-5FCC-4BED-A1F7-6968B9A9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Làm việc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8C056-33E2-428B-B3F3-F0C3149D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Không tạo task / lượt / log thừa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1ACAB-0BCC-4752-A19A-557C9D665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619500"/>
            <a:ext cx="3143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D0ACD-FF73-42BD-A306-91846834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48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CF8F9-443C-4E03-AC6D-2064A996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Cấu hình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98937-D9E9-4B5E-BE6B-7B706EC9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625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Đặt giới hạn và vòng đời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1CBDC-204B-4A49-B5AA-EAEFBC2D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19500"/>
            <a:ext cx="3143250" cy="1571625"/>
          </a:xfrm>
          <a:prstGeom xmlns:a="http://schemas.openxmlformats.org/drawingml/2006/main" prst="roundRect">
            <a:avLst>
              <a:gd name="adj" fmla="val 96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E2263-999D-42DB-88B7-CF31CC46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481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5210AC-F0B0-4A0A-9258-9740C3C5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400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Công cụ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5534DA-D7F5-4320-86E7-C9282B7D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76250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Lấp một khoảng trống cụ thể</a:t>
            </a:r>
          </a:p>
        </p:txBody>
      </p:sp>
    </p:spTree>
    <p:extLst>
      <p:ext uri="{BB962C8B-B14F-4D97-AF65-F5344CB8AC3E}">
        <p14:creationId xmlns:p14="http://schemas.microsoft.com/office/powerpoint/2010/main" val="17457971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F7617E-E1CD-4056-8EBC-16608E3A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GIẢI PHÁP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75A2B-BC0F-4C55-B057-496B3D82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AB04E-3376-49DA-B6FB-D1DAD2C8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241B9-9A31-4BFE-A866-4C59B9454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Đi từ ít rủi ro nhất đến chuyên sâu nhất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A89B5-A4D7-4FFB-B50D-32D47F8B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59A0BD-8C64-4710-AE10-8BA70BA6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C70B7-58A2-4ED7-A71C-93FF9731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Hành vi hằng phiên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8FF6D-21F9-4470-AA38-57283078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0032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Rẻ nhất · lặp lại mỗi ngày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F93AD-D62F-43F0-85DD-32F36BB4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D8D6E-CA0F-4159-9D1C-03FE394D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62375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5B8476-1134-4015-AF94-0E92AC9F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718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Cấu hình harness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3451FF-70BB-4BFF-9A6C-B711F65C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04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Một lần · ít điểm hỏng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535848-8B50-403D-BCB4-E7AD44E9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E8C4C5-A4AE-4005-A707-DF3E59033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F4E08A-E769-45DD-BE0F-960ECB54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Công cụ bên thứ ba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3EBDF-3BBA-4A79-820F-A373160D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00575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Chỉ khi có khoảng trống đã chứng minh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DB6BC1-3287-4312-A41F-647D2C32B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F3A"/>
                </a:solidFill>
                <a:latin typeface="Helvetica Neue"/>
                <a:ea typeface="Helvetica Neue"/>
                <a:cs typeface="Helvetica Neue"/>
              </a:rPr>
              <a:t>Không đảo thứ tự: tool có thể thêm dependency, thêm context, hoặc làm agent phải chạy lại.</a:t>
            </a:r>
          </a:p>
        </p:txBody>
      </p:sp>
    </p:spTree>
    <p:extLst>
      <p:ext uri="{BB962C8B-B14F-4D97-AF65-F5344CB8AC3E}">
        <p14:creationId xmlns:p14="http://schemas.microsoft.com/office/powerpoint/2010/main" val="204014318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C142F-8BB3-478C-A17F-5BC8267FE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LÀM VIỆC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877A39-F4F4-47FE-83AA-5BBD83DF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F01A2-BC84-45B9-B44B-C36F7FE68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BF02B-55A7-4412-B4F0-5ED3F045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Mở phiên: một việc, một điều kiện xong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65954-3365-4C57-B491-3DFD8D3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E9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867D5-716D-4D02-A6C7-92476580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Một việc / một phiên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771C0-F68E-4E76-8A68-F9ABC859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Tách sửa lỗi, refactor và test thành các scope riêng khi chúng không cần chung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FB85F-301B-4085-A5BC-D255AFA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D414B-76BB-4498-8720-CD8B2E83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24125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Định nghĩa “xong”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5D5D82-1756-4A00-8B2B-AD44C7FE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0987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76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Dùng test, file, hoặc lệnh trả mã 0 để chặn vòng lặp “còn gì nữa không?”.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024E2-CB4B-4451-8EAB-FC912A8B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F72EE1-0A6E-4441-BCD5-6DE8638AF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24125"/>
            <a:ext cx="2619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Không dồn backlog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DE7DA-A1C7-44D8-88C0-761D1B9E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809875"/>
            <a:ext cx="2619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Chỉ mang theo bối cảnh cần cho task hiện tại.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363DA-5073-4A69-BDC6-AAF134DD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626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Scope hẹp không chỉ giúp giao tiếp rõ hơn — nó rút ngắn số lượt phải mang context cũ.</a:t>
            </a:r>
          </a:p>
        </p:txBody>
      </p:sp>
    </p:spTree>
    <p:extLst>
      <p:ext uri="{BB962C8B-B14F-4D97-AF65-F5344CB8AC3E}">
        <p14:creationId xmlns:p14="http://schemas.microsoft.com/office/powerpoint/2010/main" val="988997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47E229-05BA-4348-A86F-F62A75F3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LÀM VIỆC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F3284-B3FB-4D11-AE9A-0F4E3B61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F1B0B-F883-4EF5-88A4-77D3FAA8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877501-76C7-49CE-A1C5-F23A8822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Đọc để quyết định, không dò mìn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4218D-D14D-4FCB-A4DF-27772D8EB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48958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63438-391A-48E1-A7D9-0D979C64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48958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9783F-3A75-4988-8F35-54197C2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rPr>
              <a:t>TRƯỚC KHI GỌI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8E8ED4-8486-4D38-B0E3-2BED892E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“Tìm mọi file liên quan</a:t>
            </a:r>
          </a:p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rồi xem sao”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10D3E-B262-4FEA-A748-06821144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052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Dễ tạo vòng đọc file, grep, log và retry không có tiêu chí dừng.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491212-D18B-4C42-B4D0-3179C5F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479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CÁCH LÀM TỐT HƠN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4F4F27-3737-4CF1-A508-47517997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43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“Xác minh giả thuyết A</a:t>
            </a:r>
          </a:p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bằng lệnh B”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2BC8A-0AB0-42E6-A0BC-5036CE06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105275"/>
            <a:ext cx="371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Nêu câu hỏi, nguồn bằng chứng và điều kiện dừng trước khi gọi tool.</a:t>
            </a:r>
          </a:p>
        </p:txBody>
      </p:sp>
    </p:spTree>
    <p:extLst>
      <p:ext uri="{BB962C8B-B14F-4D97-AF65-F5344CB8AC3E}">
        <p14:creationId xmlns:p14="http://schemas.microsoft.com/office/powerpoint/2010/main" val="50717638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E43D6-053A-41A5-A073-6F0CCB62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LÀM VIỆC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6E602-EF3B-46A1-ACB5-1D92912D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084EF-A2B1-415A-AB56-9274772F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23BE14-55E7-4F35-8EC5-3E347B68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Một vòng đời phiên để giữ cache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8CC6DF-B241-4696-A08F-6AAC93F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733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7F2B2-7077-4253-B376-E807DEA5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48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279D4B-9179-4DFF-B761-7CBE2F1F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9FDF6-E6D9-46F9-90D2-B7ADE11C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Scope + điều kiện xong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4DCB1-504A-4EBB-A25C-3B2739ED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33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6ADA3-4528-49F3-85EA-EEEEBB9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48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61429A-678B-43F1-B4A5-F263B12D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Làm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7C968-9251-4C1F-AF8A-EAA135A2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95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Chỉ giữ thông tin còn dùng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E20DA-9A23-4FC3-8761-D2636421F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3380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930ED-9333-427B-BAF8-874BF535E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48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38AE4-EFEC-403A-A477-A2096E35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Dừng tự nhiên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57837E-16A3-4584-8540-E215292A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95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Tóm tắt / nén có mục tiêu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08DBD-4168-4636-935F-27412B30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6480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DC478E-94F8-4DD6-B5F9-E792EA00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62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Đóng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5FCEB-A19D-4532-9290-6F5F896A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95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Xuất artifact, mở phiên mới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8FE593-8B61-4AB1-8E7D-903F2EF1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673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Nén quá sớm có thể phá cache; nén quá muộn khiến lịch sử chết tiếp tục bị mang theo.</a:t>
            </a:r>
          </a:p>
        </p:txBody>
      </p:sp>
    </p:spTree>
    <p:extLst>
      <p:ext uri="{BB962C8B-B14F-4D97-AF65-F5344CB8AC3E}">
        <p14:creationId xmlns:p14="http://schemas.microsoft.com/office/powerpoint/2010/main" val="79656100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42F9CB-8B2E-431B-A5DB-BFB7988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CẤU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73979-8B60-4149-B77A-9E03A7CC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43D1F7-E9CC-4955-AB4F-50A5D7BF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37C80D-7CAC-400E-900F-097C17EA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Bốn nút cấu hình cần kiểm tra trước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ED3920-EF3F-4E16-BDFA-B5346309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7606CA-EB35-44B1-9262-D3AFA393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384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541FA-7BCD-4ECF-81A0-B54A33B1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33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Trần output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140C98-A25A-466F-8380-4F8B4C53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Chặn log khổng lồ vào 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AA974-B745-4FBF-9B11-A6D5FD91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09850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E0BDA-20DB-4963-A74D-C0A120C4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384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14490-A845-4F86-B71B-CD0E9A45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Ngưỡng nén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F4C602-F832-470D-9258-299D55AB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19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Cân bằng lịch sử và cache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575CF0-B72F-44E6-953B-15457DDB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09850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A88FE8-3973-4228-9ED8-0B5BD512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8384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9E0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DF2A23-1B06-428C-A997-7CB45746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33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Reasoning / verbosity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21C60-8C1D-4CB3-8FEA-FFEEBAB6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Dùng effort theo độ khó thực tế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6F167-A013-4B8E-8F8E-235906AB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09850"/>
            <a:ext cx="232410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E84D6-5717-42E4-99A4-E81BDE0B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3845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DD3E4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05EEF-6D34-4C38-AC6E-A43301C9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333750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MCP không dùng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0FFAA-81E1-448E-A573-684F76B9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9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Bỏ schema khỏi mọi 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17D6D-20F5-4AEB-BA89-088D5E0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Đây là tầng “miễn phí”: không thêm dependency và không thêm điểm hỏng mới.</a:t>
            </a:r>
          </a:p>
        </p:txBody>
      </p:sp>
    </p:spTree>
    <p:extLst>
      <p:ext uri="{BB962C8B-B14F-4D97-AF65-F5344CB8AC3E}">
        <p14:creationId xmlns:p14="http://schemas.microsoft.com/office/powerpoint/2010/main" val="17086719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58159-3CB7-4EC5-AF78-82D737E2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CẤU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AB8E76-B54F-4F32-88C3-92271138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86212-23D1-42DB-A381-DCA91852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FC9ED-0A9E-499B-9008-0B17C995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Cache tốt hơn khi cấu hình ổn định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6969C-5E25-4789-BBA4-8292DE26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9429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Cache chỉ đọc rẻ khi tiền tố còn khớp. Đổi rules, model, mức effort hoặc nén giữa phiên có thể buộc hệ thống xây lại prefix.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795430-D96F-4694-8DDD-B899AD0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E9F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AEE68-FCE6-45D5-81FD-EC84AEF0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Ổn định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9062A7-48A4-4E55-A8BE-14AC6413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Rules, tool schema,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5097F1-B6E6-4EC8-AA96-D6042DAF4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95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C1C7BD-26BF-42A3-B80B-1D171605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Điểm dừng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0C6BEA-E6C8-45A6-BD22-C667E06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429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Nén ở chỗ ngắt tự nhiên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820D11-916B-4775-90D5-69944722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276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D3E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BA768-3335-4740-B96D-D7AEBA341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Tránh đổi liên tục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B5A22-E8A2-4D1F-B8A6-BC75DF7B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291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Model / effort / config</a:t>
            </a:r>
          </a:p>
        </p:txBody>
      </p:sp>
    </p:spTree>
    <p:extLst>
      <p:ext uri="{BB962C8B-B14F-4D97-AF65-F5344CB8AC3E}">
        <p14:creationId xmlns:p14="http://schemas.microsoft.com/office/powerpoint/2010/main" val="151348099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221F2D-81F9-407F-9B11-9B2CED3C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CẤU HÌNH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7E863-3DF2-42EA-AED5-5057B702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406DCC-01D4-4DA7-9ED8-53D636546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801D1-CB63-4151-A996-7D537B4F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Routing tốt không đổi model từng lượt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BFE826-AA0E-480F-9065-170A191D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38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E9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DDD18F-09F4-4B75-9BF3-BD55FB87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Chọn model đầu phiên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191F1-4BB8-43EF-912C-32692F43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908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Giữ cache của luồng chính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EAA3B1-0580-435E-AF25-199BD645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14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BD0E1-6F00-4890-8B91-8442638D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Advisor / subagent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51F8F8-DE95-495C-A895-72957EE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671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Đẩy việc khó vào context riêng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2329A-A7DC-4426-AE23-EAF220AD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3E4F"/>
          </a:solidFill>
          <a:ln xmlns:a="http://schemas.openxmlformats.org/drawingml/2006/main" w="0">
            <a:solidFill>
              <a:srgbClr val="DD3E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DF34E8-A852-4C1A-9EC1-49D644B1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243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Router từng lượt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44278-F6FC-4DB7-B557-B5D3ED95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434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Nguy cơ phá cache nhiều nhất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C775C8-4A08-46F7-8292-91AB733FD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Routing là cấu hình đơn giá; chỉ hợp lý khi chất lượng và cache cùng được tính trong quyết định.</a:t>
            </a:r>
          </a:p>
        </p:txBody>
      </p:sp>
    </p:spTree>
    <p:extLst>
      <p:ext uri="{BB962C8B-B14F-4D97-AF65-F5344CB8AC3E}">
        <p14:creationId xmlns:p14="http://schemas.microsoft.com/office/powerpoint/2010/main" val="86285570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C56F5-611C-4768-967D-2A281863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CÔNG CỤ BÊN THỨ 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98035-5878-47B9-A568-3BC090CC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9EFB80-8754-444B-A097-E60A2003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84FAB-4FB1-4222-9892-65B5065A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Công cụ chỉ được vào stack khi qua hai cổng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D7A040-F78A-4F3B-9DD7-C044E5B2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4476750" cy="21431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BCE59-E2B6-4F4D-944D-BD5BC204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 · Khoảng trống thật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02E938-4CDB-498F-9923-CAE10057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147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Harness hiện tại chưa tự xử lý vấn đề này?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8D95B7-C73F-4C46-9CAB-A10FE0BA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90800"/>
            <a:ext cx="4476750" cy="214312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9F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86D361-281C-49BB-855D-59064D7E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241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E9F6E"/>
                </a:solidFill>
                <a:latin typeface="Helvetica Neue"/>
                <a:ea typeface="Helvetica Neue"/>
                <a:cs typeface="Helvetica Neue"/>
              </a:rPr>
              <a:t>02 · Bằng chứng trên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F99D2-8F17-43D3-A6BE-3FEE457B5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14725"/>
            <a:ext cx="3714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Tổng chi phí tác vụ có giảm mà chất lượng không giảm?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9DF6F2-7AE0-4959-94ED-A4DA8795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34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Nếu thiếu một trong hai, mặc định không cài. “Nén được nhiều” không đồng nghĩa “hóa đơn giảm”.</a:t>
            </a:r>
          </a:p>
        </p:txBody>
      </p:sp>
    </p:spTree>
    <p:extLst>
      <p:ext uri="{BB962C8B-B14F-4D97-AF65-F5344CB8AC3E}">
        <p14:creationId xmlns:p14="http://schemas.microsoft.com/office/powerpoint/2010/main" val="191126857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81D630-CCCC-46C9-997B-88A30DAC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CÔNG CỤ BÊN THỨ BA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6F64-E1ED-4C1E-B326-932E9F69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4F34D-630E-4EE3-9A00-004BE78A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E80FC3-BDCA-4630-9E08-E1AAD71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Đừng mua tên tool — hãy mua đúng cơ chế cần thiết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8B8C5-9BDC-46A0-AFD8-DE825280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4B9D0-4790-446C-A193-6920C1E8A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Chặn công việc thừa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078EC-5F30-49B2-91D3-2B8AD8BF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Ruleset / guardrail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F0DB80-0779-460D-A3F0-BCACD7DA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3362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Ít output và lượt gọi hơn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C7C0B-7E0E-4B85-BE8C-0239B4D7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99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EE73B4-6F32-4E92-9A99-971242AF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Tìm đúng code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546EC-9479-4184-8658-3BB01FBD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6705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Code graph / index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3407DF-85F6-45C1-87A2-608295C3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6705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Ít đọc file mò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591EB7-055B-4A5B-83A8-6249F789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C3AF7D-BB6B-4005-BA72-3037294B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Nén tool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4B583D-B263-4483-A6CF-425B265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00475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Filter / compressor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63398F-CFCD-4AEB-B9EE-09D2A50D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00475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Chỉ khi harness chưa cắt sẵn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48A301-E299-4BFE-98D6-4CD92E51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F3B7FF-BAFD-48F2-B718-956D6F4F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33900"/>
            <a:ext cx="266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Giảm verbosity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D656AD-E19D-49CC-B802-B2D1AD85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33900"/>
            <a:ext cx="2571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Prompt skill /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239D45-310F-4335-AAAE-380137CF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533900"/>
            <a:ext cx="3333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Chỉ sau khi kiểm tra setting có sẵn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551281-E4FB-4AD4-AAC0-E24BB6E1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Cùng một tool có thể tiết kiệm ở harness A, bằng 0 hoặc tăng chi phí ở harness B.</a:t>
            </a:r>
          </a:p>
        </p:txBody>
      </p:sp>
    </p:spTree>
    <p:extLst>
      <p:ext uri="{BB962C8B-B14F-4D97-AF65-F5344CB8AC3E}">
        <p14:creationId xmlns:p14="http://schemas.microsoft.com/office/powerpoint/2010/main" val="120067616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44251-E8DB-40C9-B82B-490AD2F4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2 · ĐO LƯỜNG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0AF1E-61AC-4FB0-85A4-D8E3B499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0EFD8-EAB6-4BBF-9B52-798E966A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D7927-24F8-42E6-A6F9-A60282A9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Đo tác vụ, không đo tỷ lệ nén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E34C65-48EE-46DF-B58E-8F01D744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622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28FA4-9294-40FB-AEC5-D4DA3C46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Một biến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221FC-42FE-4481-9465-B416C782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62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Chỉ đổi một setting hoặc một tool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E4EB7-ADDE-4B19-8159-ABE88E5C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7622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A07C6C-686E-47C6-B6C2-1F0E7A9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33375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Task thật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69AB08-0904-4FCB-A3B1-B441579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62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10–30 task từ backlog, cùng điều kiện xong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6882A-84C4-47B5-8030-58856A56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7622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BAD45-6BA0-4793-8001-7652B12A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33375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Kiểm tra chạy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70050-28C1-492D-AD2D-FF4493763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Can thiệp thực sự chạy ở nhánh treatment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9E47D-2E73-4D88-B73B-9C5BDB67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7622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CFD3A-7209-4B0E-BF5D-24E44C58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33750"/>
            <a:ext cx="21431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Đo toàn tác vụ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54FCD-8376-4639-A24C-37F462EC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762375"/>
            <a:ext cx="223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Chi phí + lượt + chất lượng + tỷ lệ hoàn thành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02D0D6-7AF6-440E-9619-6034C3F3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8637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Baseline là harness của bạn. Không có thử nghiệm, mọi phần trăm đều chỉ là giả thuyết.</a:t>
            </a:r>
          </a:p>
        </p:txBody>
      </p:sp>
    </p:spTree>
    <p:extLst>
      <p:ext uri="{BB962C8B-B14F-4D97-AF65-F5344CB8AC3E}">
        <p14:creationId xmlns:p14="http://schemas.microsoft.com/office/powerpoint/2010/main" val="14517872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06B23-948E-4520-8B87-21E9043F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PHẦN 3 ·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2189D-EC07-4AD1-905C-6834E44D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1507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475467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A70EC-BC27-4B26-A092-612F735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D0D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B27848-B28B-488F-B6B0-DF46C7BD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14400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Checklist cho người trực tiếp dùng coding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213BF1-3F26-43F0-9B2B-8840120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13158C-FBE3-45D3-880B-DB67D61E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180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3E7C4-C3A3-4387-B580-A3962E3D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098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Tôi biết mình đang tối ưu tiền, hạn mức hay request.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05103-4885-40CC-BF59-CB2E49E1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E8AB8-0E14-4356-9CF4-F6C8116D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80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0E3F6-81F6-410E-945B-C878D98F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336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Mỗi phiên có một scope và điều kiện xong.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B829E-2A91-45F3-9EEC-CEA00930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52D6E-F5C8-4CC4-B8BC-5913E44C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67075"/>
            <a:ext cx="180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3647A-9D21-4ECD-9719-C1C784EB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Trước tool call, tôi nêu giả thuyết và điểm dừng.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6F810-264A-4814-8399-B5101736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80A511-423D-430F-9657-58837DB2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90950"/>
            <a:ext cx="180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E49E2-341C-4131-A432-D20B55D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8142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Tôi không dán log / tài liệu dài nếu có thể chỉ đường hoặc trích đúng phần.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3F466-813C-4916-B143-920B37AC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D6587D-ABA7-4C90-9A9F-2D416A26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14825"/>
            <a:ext cx="180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FA7A7-3EEF-4999-8EEF-AF849F6F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Tôi nén ở điểm dừng, không đợi context đầy.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779C8-73D8-43FB-A1A0-1E1593FC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9175"/>
            <a:ext cx="247650" cy="2476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BC34C-9A24-4220-B96D-628803C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809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3F04F1-C38A-4055-BE46-143DD269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29175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Tôi ghi lại chi phí hoặc usage của task quan trọng.</a:t>
            </a:r>
          </a:p>
        </p:txBody>
      </p:sp>
    </p:spTree>
    <p:extLst>
      <p:ext uri="{BB962C8B-B14F-4D97-AF65-F5344CB8AC3E}">
        <p14:creationId xmlns:p14="http://schemas.microsoft.com/office/powerpoint/2010/main" val="18104581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4D702-45C2-450F-81FD-804BFB1D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PHẦN 3 ·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795191-D9BC-4605-ACBB-D0F06FF2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43000"/>
            <a:ext cx="61912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Bắt đầu nhỏ.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Đo thật.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Giữ thứ hiệu quả.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D1BFD-DB8C-4A99-A150-AB7FAD1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CBD82-5476-4398-BBE2-25A13AD4E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385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Công khai đơn vị khan hiếm và usage baseline.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4CE42E-70AA-4F6B-B868-A6005450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B9C02-127A-45AC-83F8-74310A93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Chuẩn hóa setting nền tảng theo từng harness.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6905D-02E0-4350-83B3-C4423DDF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FE370-888C-403A-BCF8-6DFA52D6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Đặt gate cho tool và dependency mới.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F5AFE2-D384-49A9-9ECE-ED6DBA54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3431E-1F9D-41F5-8E19-DD591FCE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6730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Thử nghiệm từng thay đổi trên task thật.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53021B-FFD1-49E2-AD53-B26CB2B7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0943B4-3897-4DAE-BC37-0336FBD0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Review theo tổng chi phí và chất lượng, không theo demo.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6C282-5C8F-45A1-A39C-C6058536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388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6DCBF4"/>
                </a:solidFill>
                <a:latin typeface="Helvetica Neue"/>
                <a:ea typeface="Helvetica Neue"/>
                <a:cs typeface="Helvetica Neue"/>
              </a:rPr>
              <a:t>Câu hỏi để mang về đội: “token nào trong flow này không cần tồn tại?”</a:t>
            </a:r>
          </a:p>
        </p:txBody>
      </p:sp>
    </p:spTree>
    <p:extLst>
      <p:ext uri="{BB962C8B-B14F-4D97-AF65-F5344CB8AC3E}">
        <p14:creationId xmlns:p14="http://schemas.microsoft.com/office/powerpoint/2010/main" val="570966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2026-08-17T06:29:48.9320000Z</dcterms:created>
  <dcterms:modified xsi:type="dcterms:W3CDTF">2026-08-17T06:29:48.9320000Z</dcterms:modified>
</coreProperties>
</file>